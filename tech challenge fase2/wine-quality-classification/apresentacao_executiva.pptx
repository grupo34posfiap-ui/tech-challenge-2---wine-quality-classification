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6D2E4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291840" cy="3291840"/>
          </a:xfrm>
          <a:prstGeom prst="ellipse">
            <a:avLst/>
          </a:prstGeom>
          <a:solidFill>
            <a:srgbClr val="A2676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2 · POSTECH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Classificando a qualidade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 vinhos com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Inteligência Artificial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dados de laboratório podem prever — antes da prova — se um vinho será premium.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e modelagem preditiva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DE NEGÓCIO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0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Avaliar vinho é caro, lento e subjetivo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qualidade depende do paladar de especialistas. Queremos uma segunda opinião objetiva, instantânea e baseada em dados.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88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Subjetivo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varia conforme a experiência e o paladar de cada avaliador.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788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Lento e caro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4206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amostra exige tempo de um profissional especializado.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7F2EC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788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6676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Difícil de padronizar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66760" y="4206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um critério objetivo, é difícil garantir consistência em escala.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usar 11 medições físico-químicas (acidez, álcool, sulfatos…) para prever a qualidade automaticamente.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1.018 vinhos analisados em laboratório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1.018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únicas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(após limpeza)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33756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33756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físico-químicas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12648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vinhos 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qualidade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15400" y="2103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915400" y="32004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atenção: </a:t>
            </a:r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 em cada 7 vinhos é premium. Essa desproporção foi tratada com cuidado para o modelo não simplesmente ignorar os vinhos bons.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Vinhos melhores são mais alcoólicos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teor alcoólico é o sinal mais forte de qualidade.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de alta qualidade têm em média </a:t>
            </a:r>
            <a:pPr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11,6%</a:t>
            </a:r>
            <a:pPr indent="0" marL="0">
              <a:buNone/>
            </a:pPr>
            <a:r>
              <a:rPr lang="en-US" sz="17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álcool, contra </a:t>
            </a:r>
            <a:pPr indent="0" marL="0">
              <a:buNone/>
            </a:pPr>
            <a:r>
              <a:rPr lang="en-US" sz="17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10,3%</a:t>
            </a:r>
            <a:pPr indent="0" marL="0">
              <a:buNone/>
            </a:pPr>
            <a:r>
              <a:rPr lang="en-US" sz="17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demais.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álcool costuma indicar uvas mais maduras e um vinho mais encorpado.</a:t>
            </a:r>
            <a:endParaRPr lang="en-US" sz="1400" dirty="0"/>
          </a:p>
        </p:txBody>
      </p:sp>
      <p:pic>
        <p:nvPicPr>
          <p:cNvPr id="6" name="Image 0" descr="results/slide_alcoh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5577840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excesso de acidez volátil derruba a nota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 alta = sabor avinagrado.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principal defeito que separa um vinho ruim de um bom. Os vinhos premium têm acidez volátil bem mais baixa e controlada.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higiene e controle rigoroso da fermentação protegem a qualidade.</a:t>
            </a:r>
            <a:endParaRPr lang="en-US" sz="1400" dirty="0"/>
          </a:p>
        </p:txBody>
      </p:sp>
      <p:pic>
        <p:nvPicPr>
          <p:cNvPr id="6" name="Image 0" descr="results/slide_acid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5577840" cy="3346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DESCOBERTA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panorama completo: o que move a qualidade</a:t>
            </a:r>
            <a:endParaRPr lang="en-US" sz="2800" dirty="0"/>
          </a:p>
        </p:txBody>
      </p:sp>
      <p:pic>
        <p:nvPicPr>
          <p:cNvPr id="4" name="Image 0" descr="results/04_corr_with_qua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303520" cy="37856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344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Álcool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2344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maior, melhor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234440" y="2532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34440" y="2852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Conservação e antioxidação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419856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419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234440" y="33741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cítrico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234440" y="3694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frescor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4261104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–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234440" y="421538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34440" y="4535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 avinagrado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102352"/>
            <a:ext cx="502920" cy="50292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102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–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234440" y="5056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34440" y="5376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Ligada a menos álcool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PREDITIVA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Construímos um modelo que acerta a qualidade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3 algoritmos. O melhor foi o Random Forest — uma 'comissão' de centenas de árvores de decisão que votam.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92%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acerto na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(ROC-AUC)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514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48056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acurácia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2514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9A22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71%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8229600" y="3611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precisão ao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sinalizar 'premium'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modelo aponta um vinho como premium, ele acerta em ~7 de cada 10 casos — uma triagem confiável.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DOS MODELOS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0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Cada modelo tem uma vocação</a:t>
            </a:r>
            <a:endParaRPr lang="en-US" sz="2800" dirty="0"/>
          </a:p>
        </p:txBody>
      </p:sp>
      <p:pic>
        <p:nvPicPr>
          <p:cNvPr id="4" name="Image 0" descr="results/08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63040"/>
            <a:ext cx="4754880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</a:rPr>
              <a:t>Random Forest — o mais confiável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</a:rPr>
              <a:t>Melhor desempenho geral. Quando sinaliza um vinho bom, raramente erra. Ideal para confiar nas indicações.
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A26769"/>
                </a:solidFill>
              </a:rPr>
              <a:t>Regressão Logística — a mais abrangente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2B2024"/>
                </a:solidFill>
              </a:rPr>
              <a:t>Encontra mais vinhos premium (74%), ao custo de alguns alarmes falsos. Ideal para não deixar passar nenhum bom.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À 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02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 que isso muda na produção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Controlar os sulfatos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651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na faixa ótima de conservação — foi o fator mais decisivo do modelo.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4884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Vigiar a acidez volátil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651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 e controle de fermentação para evitar o defeito avinagrado.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519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4592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Favorecer maturação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754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Uvas mais maduras → mais álcool → melhor avaliação, quando o estilo permite.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D8CFC6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519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251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Triar em escala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7548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modelo como filtro automático antes da prova humana, economizando tempo de especialista.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474720"/>
            <a:ext cx="5029200" cy="5029200"/>
          </a:xfrm>
          <a:prstGeom prst="ellipse">
            <a:avLst/>
          </a:prstGeom>
          <a:solidFill>
            <a:srgbClr val="6D2E46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Dados físico-químicos preveem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qualidade com 92% de acerto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Sulfatos, acidez volátil e álcool</a:t>
            </a:r>
            <a:pPr indent="0" marL="0">
              <a:buNone/>
            </a:pPr>
            <a:r>
              <a:rPr lang="en-US" sz="17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são as alavancas da qualidade. O modelo transforma a avaliação de vinhos em um processo objetivo, rápido e escalável — apoiando o enólogo, sem substituí-lo.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2 · POSTECH Data 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Qualidade de Vinhos com IA</dc:title>
  <dc:subject>PptxGenJS Presentation</dc:subject>
  <dc:creator>Arthur</dc:creator>
  <cp:lastModifiedBy>Arthur</cp:lastModifiedBy>
  <cp:revision>1</cp:revision>
  <dcterms:created xsi:type="dcterms:W3CDTF">2026-06-23T23:57:58Z</dcterms:created>
  <dcterms:modified xsi:type="dcterms:W3CDTF">2026-06-23T23:57:58Z</dcterms:modified>
</cp:coreProperties>
</file>